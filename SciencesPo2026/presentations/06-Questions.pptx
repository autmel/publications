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D74FC99-1EB6-4C3D-B2EB-AE663DC08C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33CE6C7-F1E8-41B2-AE09-A349001E73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36BA01D-0D69-47FB-885B-7C013B0BA01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6AE3164-4C90-4C08-B053-1DDA6AECA7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C5403DF-D21F-4485-9D0A-C6FCF2A2D8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5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240" y="1604520"/>
            <a:ext cx="53535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CBE508B-FE08-42A6-AB07-7A042A4842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C286C4D-2FF3-4304-A451-3EE958744B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DC397731-BB5B-4FA8-BA59-FED166A953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E5685875-FFF3-4FA6-A78B-E82696304F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47C78E7-43AC-4C4B-9311-65DAB6FEBD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1A1FEDA4-2FC4-4537-89B4-D245ED75FF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7-blank-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5C0B282A-77E2-4706-9151-72EC37CC511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F18B5D-181D-407B-975B-1DE8BCE1733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FB0CD7-1AB2-46E1-ABFF-794063CA782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C4A4C5-E3E2-4D17-B0CC-E83791E2ACF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923EFF-467A-4D71-BEAC-0E45E3AA20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597017-861C-427F-99B8-45EC0AC0A1B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600" y="1604520"/>
            <a:ext cx="535356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49977B-BBA1-4BB7-A66A-4C25508C8C3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210F97-565F-45FE-BABD-D11C46C054B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F89B7D-63B6-474B-BDE1-E787F8AC375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BDC699-065C-44B3-9D26-A6132CBD486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87C6CE-3A75-4B34-99CC-45BBCB670B0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A4F6FB-5086-4D5E-89FF-D04EE3AA6C5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34"/>
          </p:nvPr>
        </p:nvSpPr>
        <p:spPr>
          <a:xfrm>
            <a:off x="4169160" y="6246720"/>
            <a:ext cx="3862800" cy="471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35"/>
          </p:nvPr>
        </p:nvSpPr>
        <p:spPr>
          <a:xfrm>
            <a:off x="8740800" y="6246720"/>
            <a:ext cx="2838960" cy="471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19BF1B-C55E-4970-8830-8526F75231A2}" type="slidenum">
              <a:rPr b="0" lang="fr-FR" sz="1400" spc="-1" strike="noStrike">
                <a:solidFill>
                  <a:srgbClr val="000000"/>
                </a:solidFill>
                <a:latin typeface="Times New Roman"/>
                <a:ea typeface="Segoe UI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36"/>
          </p:nvPr>
        </p:nvSpPr>
        <p:spPr>
          <a:xfrm>
            <a:off x="609480" y="6246720"/>
            <a:ext cx="2838960" cy="4712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2625840" y="-18000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chemeClr val="dk1"/>
                </a:solidFill>
                <a:latin typeface="Calibri Light"/>
              </a:rPr>
              <a:t>Nos questions aux candidats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199080" y="249120"/>
            <a:ext cx="11699640" cy="641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5000" lnSpcReduction="20000"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"/>
              </a:rPr>
              <a:t>Et vous :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"/>
              </a:rPr>
              <a:t>Quel est votre projet pour Saint Sauveur ?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"/>
              </a:rPr>
              <a:t>Anticipez vous la sortie du tout-voiture à l’échelle de Lille, de la MEL, de la région ?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"/>
              </a:rPr>
              <a:t>Quel est votre projet pour Bois Blancs/Marais/Mont-à-Camp ?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"/>
              </a:rPr>
              <a:t>Comment maîtriser l’étalement urbain ET la protection des espaces de nature existants en ville ?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"/>
              </a:rPr>
              <a:t>Comment garantir la pérennisation de la ressource en eau potable de la MEL ? 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fr-FR" sz="3600" spc="-1" strike="noStrike">
                <a:solidFill>
                  <a:schemeClr val="dk1"/>
                </a:solidFill>
                <a:latin typeface="Arial"/>
              </a:rPr>
              <a:t>Est-ce qu'on reprend</a:t>
            </a:r>
            <a:r>
              <a:rPr b="1" lang="fr-FR" sz="3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3600" spc="-1" strike="noStrike">
                <a:solidFill>
                  <a:schemeClr val="dk1"/>
                </a:solidFill>
                <a:latin typeface="Arial"/>
              </a:rPr>
              <a:t>une dose de CAME ? 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ectangle 184"/>
          <p:cNvSpPr/>
          <p:nvPr/>
        </p:nvSpPr>
        <p:spPr>
          <a:xfrm>
            <a:off x="11630880" y="6449400"/>
            <a:ext cx="484200" cy="4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206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chemeClr val="dk1"/>
                </a:solidFill>
                <a:latin typeface="Calibri"/>
              </a:rPr>
              <a:t>Application publique de </a:t>
            </a:r>
            <a:br>
              <a:rPr sz="3600"/>
            </a:br>
            <a:r>
              <a:rPr b="0" lang="fr-FR" sz="3600" spc="-1" strike="noStrike">
                <a:solidFill>
                  <a:schemeClr val="dk1"/>
                </a:solidFill>
                <a:latin typeface="Calibri"/>
              </a:rPr>
              <a:t>consultation des parcs et jardins </a:t>
            </a:r>
            <a:br>
              <a:rPr sz="3600"/>
            </a:br>
            <a:r>
              <a:rPr b="0" lang="fr-FR" sz="3600" spc="-1" strike="noStrike">
                <a:solidFill>
                  <a:schemeClr val="dk1"/>
                </a:solidFill>
                <a:latin typeface="Calibri"/>
              </a:rPr>
              <a:t>accessibles en m² par habitant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7986600" y="2747520"/>
            <a:ext cx="3533040" cy="3552120"/>
          </a:xfrm>
          <a:prstGeom prst="rect">
            <a:avLst/>
          </a:prstGeom>
          <a:ln w="0">
            <a:noFill/>
          </a:ln>
        </p:spPr>
      </p:pic>
      <p:sp>
        <p:nvSpPr>
          <p:cNvPr id="62" name=""/>
          <p:cNvSpPr/>
          <p:nvPr/>
        </p:nvSpPr>
        <p:spPr>
          <a:xfrm>
            <a:off x="540000" y="4128120"/>
            <a:ext cx="8459640" cy="21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fr-FR" sz="2100" spc="-1" strike="noStrike">
                <a:solidFill>
                  <a:srgbClr val="000000"/>
                </a:solidFill>
                <a:latin typeface="Arial"/>
              </a:rPr>
              <a:t>Calculs et algorithmes par Deul’Air et LM Oxygène</a:t>
            </a:r>
            <a:br>
              <a:rPr sz="2100"/>
            </a:br>
            <a:r>
              <a:rPr b="0" lang="fr-FR" sz="2100" spc="-1" strike="noStrike">
                <a:solidFill>
                  <a:srgbClr val="000000"/>
                </a:solidFill>
                <a:latin typeface="Arial"/>
              </a:rPr>
              <a:t>Analyse des échelles par Entreliannes</a:t>
            </a:r>
            <a:br>
              <a:rPr sz="2100"/>
            </a:br>
            <a:r>
              <a:rPr b="0" lang="fr-FR" sz="2100" spc="-1" strike="noStrike">
                <a:solidFill>
                  <a:srgbClr val="000000"/>
                </a:solidFill>
                <a:latin typeface="Arial"/>
              </a:rPr>
              <a:t>Développement par LM Oxygène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fr-FR" sz="2100" spc="-1" strike="noStrike">
                <a:solidFill>
                  <a:srgbClr val="000000"/>
                </a:solidFill>
                <a:latin typeface="Arial"/>
              </a:rPr>
              <a:t>https://autmel.github.io/parcs-et-jardins/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2295</TotalTime>
  <Application>LibreOffice/24.2.7.2$Linux_X86_64 LibreOffice_project/420$Build-2</Application>
  <AppVersion>15.0000</AppVersion>
  <Words>1016</Words>
  <Paragraphs>158</Paragraphs>
  <Company>Université Paris-Est Créteil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2018-03-11T10:27:27Z</dcterms:created>
  <dc:creator>Bénédicte VIDAILLET</dc:creator>
  <dc:description/>
  <dc:language>fr-FR</dc:language>
  <cp:lastModifiedBy/>
  <dcterms:modified xsi:type="dcterms:W3CDTF">2026-02-05T14:22:19Z</dcterms:modified>
  <cp:revision>81</cp:revision>
  <dc:subject/>
  <dc:title>Fonctions écosystémiques d’une friche urbaine : le cas Saint Sauveur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Grand écran</vt:lpwstr>
  </property>
  <property fmtid="{D5CDD505-2E9C-101B-9397-08002B2CF9AE}" pid="4" name="Slides">
    <vt:i4>28</vt:i4>
  </property>
</Properties>
</file>